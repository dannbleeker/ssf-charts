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67042"/>
              <a:ext cx="96913" cy="4383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68304" y="4643767"/>
              <a:ext cx="96913" cy="461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158867" y="4620491"/>
              <a:ext cx="96913" cy="4849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249429" y="4597215"/>
              <a:ext cx="96913" cy="5081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339992" y="4573940"/>
              <a:ext cx="96913" cy="5314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430554" y="4550664"/>
              <a:ext cx="96913" cy="5547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521117" y="4527388"/>
              <a:ext cx="96913" cy="5780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611679" y="4504113"/>
              <a:ext cx="96913" cy="601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702242" y="4480837"/>
              <a:ext cx="96913" cy="624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792805" y="4457561"/>
              <a:ext cx="96913" cy="6478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883367" y="4434286"/>
              <a:ext cx="96913" cy="6711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973930" y="4410040"/>
              <a:ext cx="96913" cy="6953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064492" y="4384825"/>
              <a:ext cx="96913" cy="7205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5155055" y="4359610"/>
              <a:ext cx="96913" cy="7457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245617" y="4334395"/>
              <a:ext cx="96913" cy="7710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336180" y="4309179"/>
              <a:ext cx="96913" cy="7962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426742" y="4283964"/>
              <a:ext cx="96913" cy="8214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5517305" y="4258749"/>
              <a:ext cx="96913" cy="846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5607867" y="4233533"/>
              <a:ext cx="96913" cy="8718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698430" y="4208318"/>
              <a:ext cx="96913" cy="8970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788993" y="4183103"/>
              <a:ext cx="96913" cy="9222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879555" y="4157888"/>
              <a:ext cx="96913" cy="9475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970118" y="4132971"/>
              <a:ext cx="82980" cy="9724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6046747" y="4108352"/>
              <a:ext cx="82980" cy="9970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6123377" y="4083734"/>
              <a:ext cx="82980" cy="10216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6200007" y="4059115"/>
              <a:ext cx="82980" cy="10462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6276637" y="4034497"/>
              <a:ext cx="82980" cy="10709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353267" y="4009878"/>
              <a:ext cx="82980" cy="10955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6429897" y="3985260"/>
              <a:ext cx="82980" cy="11201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6506527" y="3960642"/>
              <a:ext cx="82980" cy="11447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6583156" y="3936023"/>
              <a:ext cx="82980" cy="11693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659786" y="3911405"/>
              <a:ext cx="82980" cy="11939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736416" y="3886786"/>
              <a:ext cx="82980" cy="12186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6813046" y="3862168"/>
              <a:ext cx="82980" cy="12432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6889676" y="3837549"/>
              <a:ext cx="82980" cy="12678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966306" y="3812794"/>
              <a:ext cx="89366" cy="12926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7049321" y="3787902"/>
              <a:ext cx="89366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7132337" y="3763010"/>
              <a:ext cx="89366" cy="13423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7215353" y="3738118"/>
              <a:ext cx="89366" cy="13672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7298368" y="3713226"/>
              <a:ext cx="89366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7381384" y="3688334"/>
              <a:ext cx="89366" cy="1417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7464400" y="3663442"/>
              <a:ext cx="89366" cy="14419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7547415" y="3638550"/>
              <a:ext cx="89366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630431" y="3613658"/>
              <a:ext cx="89366" cy="14917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713447" y="3588766"/>
              <a:ext cx="89366" cy="1516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796462" y="3563874"/>
              <a:ext cx="89366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7879478" y="3538982"/>
              <a:ext cx="89366" cy="1566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977742" y="3919474"/>
              <a:ext cx="89366" cy="7485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060757" y="3894582"/>
              <a:ext cx="89366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143773" y="3869690"/>
              <a:ext cx="89366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226789" y="3844798"/>
              <a:ext cx="89366" cy="759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09804" y="3819906"/>
              <a:ext cx="89366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392820" y="3795014"/>
              <a:ext cx="89366" cy="7663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475836" y="3770122"/>
              <a:ext cx="89366" cy="769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558851" y="3745230"/>
              <a:ext cx="89366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41867" y="3720338"/>
              <a:ext cx="89366" cy="7769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24883" y="3695446"/>
              <a:ext cx="89366" cy="7805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07898" y="3670554"/>
              <a:ext cx="89366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0914" y="3645662"/>
              <a:ext cx="89366" cy="7876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930" y="3621578"/>
              <a:ext cx="96913" cy="788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64492" y="3598303"/>
              <a:ext cx="96913" cy="7865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55055" y="3575027"/>
              <a:ext cx="96913" cy="784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245617" y="3551751"/>
              <a:ext cx="96913" cy="78264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336180" y="3528476"/>
              <a:ext cx="96913" cy="7807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426742" y="3505200"/>
              <a:ext cx="96913" cy="7787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517305" y="3481924"/>
              <a:ext cx="96913" cy="7768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607867" y="3458649"/>
              <a:ext cx="96913" cy="7748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698430" y="3435373"/>
              <a:ext cx="96913" cy="7729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788993" y="3412097"/>
              <a:ext cx="96913" cy="7710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879555" y="3388822"/>
              <a:ext cx="96913" cy="7690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970118" y="3366516"/>
              <a:ext cx="82980" cy="7664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6046747" y="3345180"/>
              <a:ext cx="82980" cy="7631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6123377" y="3323844"/>
              <a:ext cx="82980" cy="7598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6200007" y="3302508"/>
              <a:ext cx="82980" cy="7566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276637" y="3281172"/>
              <a:ext cx="82980" cy="7533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353267" y="3259836"/>
              <a:ext cx="82980" cy="7500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429897" y="3238500"/>
              <a:ext cx="82980" cy="7467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506527" y="3217164"/>
              <a:ext cx="82980" cy="743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583156" y="3195828"/>
              <a:ext cx="82980" cy="7401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659786" y="3174492"/>
              <a:ext cx="82980" cy="7369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736416" y="3153156"/>
              <a:ext cx="82980" cy="7336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813046" y="3131820"/>
              <a:ext cx="82980" cy="7303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889676" y="3110484"/>
              <a:ext cx="82980" cy="7270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966306" y="3090926"/>
              <a:ext cx="89366" cy="7218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049321" y="3073146"/>
              <a:ext cx="89366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132337" y="3055366"/>
              <a:ext cx="89366" cy="7076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215353" y="3037586"/>
              <a:ext cx="89366" cy="7005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298368" y="3019806"/>
              <a:ext cx="89366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381384" y="3002026"/>
              <a:ext cx="89366" cy="6863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464400" y="2984246"/>
              <a:ext cx="89366" cy="679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547415" y="2966466"/>
              <a:ext cx="89366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7630431" y="2948686"/>
              <a:ext cx="89366" cy="6649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7713447" y="2930906"/>
              <a:ext cx="89366" cy="6578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7796462" y="2913126"/>
              <a:ext cx="89366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7879478" y="2895346"/>
              <a:ext cx="89366" cy="6436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2272523" y="1707517"/>
                  </a:lnTo>
                  <a:lnTo>
                    <a:pt x="2291073" y="1625848"/>
                  </a:lnTo>
                  <a:lnTo>
                    <a:pt x="2301168" y="1542709"/>
                  </a:lnTo>
                  <a:lnTo>
                    <a:pt x="2302701" y="1458974"/>
                  </a:lnTo>
                  <a:lnTo>
                    <a:pt x="2295657" y="1375521"/>
                  </a:lnTo>
                  <a:lnTo>
                    <a:pt x="2280108" y="1293227"/>
                  </a:lnTo>
                  <a:lnTo>
                    <a:pt x="2256219" y="1212957"/>
                  </a:lnTo>
                  <a:lnTo>
                    <a:pt x="2224240" y="1135553"/>
                  </a:lnTo>
                  <a:lnTo>
                    <a:pt x="2184508" y="1061829"/>
                  </a:lnTo>
                  <a:lnTo>
                    <a:pt x="2137439" y="992557"/>
                  </a:lnTo>
                  <a:lnTo>
                    <a:pt x="2083527" y="928467"/>
                  </a:lnTo>
                  <a:lnTo>
                    <a:pt x="2023340" y="870231"/>
                  </a:lnTo>
                  <a:lnTo>
                    <a:pt x="1957508" y="818461"/>
                  </a:lnTo>
                  <a:lnTo>
                    <a:pt x="1886724" y="773699"/>
                  </a:lnTo>
                  <a:lnTo>
                    <a:pt x="1811730" y="736417"/>
                  </a:lnTo>
                  <a:lnTo>
                    <a:pt x="1733315" y="707006"/>
                  </a:lnTo>
                  <a:lnTo>
                    <a:pt x="1652301" y="685775"/>
                  </a:lnTo>
                  <a:lnTo>
                    <a:pt x="1569540" y="672946"/>
                  </a:lnTo>
                  <a:lnTo>
                    <a:pt x="1485900" y="668655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750145" y="1841644"/>
                  </a:lnTo>
                  <a:lnTo>
                    <a:pt x="789632" y="1913802"/>
                  </a:lnTo>
                  <a:lnTo>
                    <a:pt x="836172" y="1981625"/>
                  </a:lnTo>
                  <a:lnTo>
                    <a:pt x="889294" y="2044426"/>
                  </a:lnTo>
                  <a:lnTo>
                    <a:pt x="948460" y="2101569"/>
                  </a:lnTo>
                  <a:lnTo>
                    <a:pt x="1013071" y="2152475"/>
                  </a:lnTo>
                  <a:lnTo>
                    <a:pt x="1082471" y="2196628"/>
                  </a:lnTo>
                  <a:lnTo>
                    <a:pt x="1155959" y="2233582"/>
                  </a:lnTo>
                  <a:lnTo>
                    <a:pt x="1232788" y="2262961"/>
                  </a:lnTo>
                  <a:lnTo>
                    <a:pt x="1312182" y="2284468"/>
                  </a:lnTo>
                  <a:lnTo>
                    <a:pt x="1393336" y="2297886"/>
                  </a:lnTo>
                  <a:lnTo>
                    <a:pt x="1475427" y="2303078"/>
                  </a:lnTo>
                  <a:lnTo>
                    <a:pt x="1557624" y="2299992"/>
                  </a:lnTo>
                  <a:lnTo>
                    <a:pt x="1639095" y="2288658"/>
                  </a:lnTo>
                  <a:lnTo>
                    <a:pt x="1719014" y="2269193"/>
                  </a:lnTo>
                  <a:lnTo>
                    <a:pt x="1796572" y="2241792"/>
                  </a:lnTo>
                  <a:lnTo>
                    <a:pt x="1870982" y="2206734"/>
                  </a:lnTo>
                  <a:lnTo>
                    <a:pt x="1941491" y="2164374"/>
                  </a:lnTo>
                  <a:lnTo>
                    <a:pt x="2007385" y="2115140"/>
                  </a:lnTo>
                  <a:lnTo>
                    <a:pt x="2067996" y="2059532"/>
                  </a:lnTo>
                  <a:lnTo>
                    <a:pt x="2122710" y="1998113"/>
                  </a:lnTo>
                  <a:lnTo>
                    <a:pt x="2170973" y="1931505"/>
                  </a:lnTo>
                  <a:lnTo>
                    <a:pt x="2212296" y="1860383"/>
                  </a:lnTo>
                  <a:lnTo>
                    <a:pt x="2246261" y="1785468"/>
                  </a:lnTo>
                  <a:lnTo>
                    <a:pt x="2272523" y="170751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106107" y="762265"/>
                  </a:lnTo>
                  <a:lnTo>
                    <a:pt x="1034042" y="804934"/>
                  </a:lnTo>
                  <a:lnTo>
                    <a:pt x="966723" y="854755"/>
                  </a:lnTo>
                  <a:lnTo>
                    <a:pt x="904855" y="911203"/>
                  </a:lnTo>
                  <a:lnTo>
                    <a:pt x="849090" y="973687"/>
                  </a:lnTo>
                  <a:lnTo>
                    <a:pt x="800012" y="1041550"/>
                  </a:lnTo>
                  <a:lnTo>
                    <a:pt x="758137" y="1114079"/>
                  </a:lnTo>
                  <a:lnTo>
                    <a:pt x="723905" y="1190513"/>
                  </a:lnTo>
                  <a:lnTo>
                    <a:pt x="697676" y="1270049"/>
                  </a:lnTo>
                  <a:lnTo>
                    <a:pt x="679724" y="1351852"/>
                  </a:lnTo>
                  <a:lnTo>
                    <a:pt x="670238" y="1435063"/>
                  </a:lnTo>
                  <a:lnTo>
                    <a:pt x="669318" y="1518807"/>
                  </a:lnTo>
                  <a:lnTo>
                    <a:pt x="676973" y="1602206"/>
                  </a:lnTo>
                  <a:lnTo>
                    <a:pt x="693124" y="1684384"/>
                  </a:lnTo>
                  <a:lnTo>
                    <a:pt x="717600" y="1764477"/>
                  </a:lnTo>
                  <a:lnTo>
                    <a:pt x="750145" y="184164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668655"/>
                  </a:lnTo>
                  <a:lnTo>
                    <a:pt x="1407024" y="672470"/>
                  </a:lnTo>
                  <a:lnTo>
                    <a:pt x="1328885" y="683880"/>
                  </a:lnTo>
                  <a:lnTo>
                    <a:pt x="1252212" y="702778"/>
                  </a:lnTo>
                  <a:lnTo>
                    <a:pt x="1177721" y="728988"/>
                  </a:lnTo>
                  <a:lnTo>
                    <a:pt x="1106107" y="762265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877" y="4411980"/>
              <a:ext cx="1685443" cy="266700"/>
            </a:xfrm>
            <a:custGeom>
              <a:avLst/>
              <a:gdLst/>
              <a:ahLst/>
              <a:cxnLst/>
              <a:rect l="l" t="t" r="r" b="b"/>
              <a:pathLst>
                <a:path w="1685443" h="266700">
                  <a:moveTo>
                    <a:pt x="1033676" y="266700"/>
                  </a:moveTo>
                  <a:lnTo>
                    <a:pt x="1581375" y="186690"/>
                  </a:lnTo>
                  <a:lnTo>
                    <a:pt x="1663879" y="166687"/>
                  </a:lnTo>
                  <a:lnTo>
                    <a:pt x="1685341" y="153352"/>
                  </a:lnTo>
                  <a:lnTo>
                    <a:pt x="1685443" y="146685"/>
                  </a:lnTo>
                  <a:lnTo>
                    <a:pt x="1665177" y="133350"/>
                  </a:lnTo>
                  <a:lnTo>
                    <a:pt x="1590303" y="113347"/>
                  </a:lnTo>
                  <a:lnTo>
                    <a:pt x="1139765" y="40005"/>
                  </a:lnTo>
                  <a:lnTo>
                    <a:pt x="961700" y="0"/>
                  </a:lnTo>
                  <a:lnTo>
                    <a:pt x="723642" y="0"/>
                  </a:lnTo>
                  <a:lnTo>
                    <a:pt x="545577" y="40005"/>
                  </a:lnTo>
                  <a:lnTo>
                    <a:pt x="95039" y="113347"/>
                  </a:lnTo>
                  <a:lnTo>
                    <a:pt x="39757" y="126682"/>
                  </a:lnTo>
                  <a:lnTo>
                    <a:pt x="6726" y="140018"/>
                  </a:lnTo>
                  <a:lnTo>
                    <a:pt x="0" y="153352"/>
                  </a:lnTo>
                  <a:lnTo>
                    <a:pt x="7191" y="160020"/>
                  </a:lnTo>
                  <a:lnTo>
                    <a:pt x="42625" y="173355"/>
                  </a:lnTo>
                  <a:lnTo>
                    <a:pt x="103966" y="186690"/>
                  </a:lnTo>
                  <a:lnTo>
                    <a:pt x="651666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166302" y="366485"/>
                  </a:lnTo>
                  <a:lnTo>
                    <a:pt x="1585373" y="297150"/>
                  </a:lnTo>
                  <a:lnTo>
                    <a:pt x="1656339" y="277340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59845" y="227815"/>
                  </a:lnTo>
                  <a:lnTo>
                    <a:pt x="1547981" y="178290"/>
                  </a:lnTo>
                  <a:lnTo>
                    <a:pt x="1416889" y="108955"/>
                  </a:lnTo>
                  <a:lnTo>
                    <a:pt x="1322833" y="79240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401710" y="69335"/>
                  </a:lnTo>
                  <a:lnTo>
                    <a:pt x="295905" y="99050"/>
                  </a:lnTo>
                  <a:lnTo>
                    <a:pt x="245275" y="118860"/>
                  </a:lnTo>
                  <a:lnTo>
                    <a:pt x="137563" y="178290"/>
                  </a:lnTo>
                  <a:lnTo>
                    <a:pt x="25699" y="227815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100171" y="297150"/>
                  </a:lnTo>
                  <a:lnTo>
                    <a:pt x="519242" y="36648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4681" cy="786154"/>
            </a:xfrm>
            <a:custGeom>
              <a:avLst/>
              <a:gdLst/>
              <a:ahLst/>
              <a:cxnLst/>
              <a:rect l="l" t="t" r="r" b="b"/>
              <a:pathLst>
                <a:path w="1684681" h="786154">
                  <a:moveTo>
                    <a:pt x="965668" y="786154"/>
                  </a:moveTo>
                  <a:lnTo>
                    <a:pt x="1086385" y="707538"/>
                  </a:lnTo>
                  <a:lnTo>
                    <a:pt x="1260409" y="609269"/>
                  </a:lnTo>
                  <a:lnTo>
                    <a:pt x="1593618" y="452038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84681" y="353769"/>
                  </a:lnTo>
                  <a:lnTo>
                    <a:pt x="1682958" y="314461"/>
                  </a:lnTo>
                  <a:lnTo>
                    <a:pt x="1660332" y="255500"/>
                  </a:lnTo>
                  <a:lnTo>
                    <a:pt x="1628213" y="216192"/>
                  </a:lnTo>
                  <a:lnTo>
                    <a:pt x="1570750" y="176885"/>
                  </a:lnTo>
                  <a:lnTo>
                    <a:pt x="1424765" y="117923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260779" y="117923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15180" y="275154"/>
                  </a:lnTo>
                  <a:lnTo>
                    <a:pt x="0" y="334115"/>
                  </a:lnTo>
                  <a:lnTo>
                    <a:pt x="6352" y="373423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129036" y="471692"/>
                  </a:lnTo>
                  <a:lnTo>
                    <a:pt x="345717" y="569961"/>
                  </a:lnTo>
                  <a:lnTo>
                    <a:pt x="462025" y="628923"/>
                  </a:lnTo>
                  <a:lnTo>
                    <a:pt x="631608" y="727192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967548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28746"/>
              <a:ext cx="73237" cy="97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50034" y="3403854"/>
              <a:ext cx="73237" cy="2933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216921" y="3378962"/>
              <a:ext cx="73237" cy="4889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83808" y="3354070"/>
              <a:ext cx="73237" cy="684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350694" y="3329178"/>
              <a:ext cx="73237" cy="8801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417581" y="3304286"/>
              <a:ext cx="73237" cy="1075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484468" y="3279394"/>
              <a:ext cx="73237" cy="12712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551354" y="3254502"/>
              <a:ext cx="73237" cy="1466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618241" y="3229610"/>
              <a:ext cx="73237" cy="16624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685128" y="3204718"/>
              <a:ext cx="73237" cy="18580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752014" y="3179826"/>
              <a:ext cx="73237" cy="2053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818901" y="3154934"/>
              <a:ext cx="73237" cy="22491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885788" y="3130042"/>
              <a:ext cx="73237" cy="2444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952674" y="3105150"/>
              <a:ext cx="73237" cy="26403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7019561" y="3080258"/>
              <a:ext cx="73237" cy="2835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7086448" y="3055366"/>
              <a:ext cx="73237" cy="3031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153334" y="3030474"/>
              <a:ext cx="73237" cy="32270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7220221" y="3005582"/>
              <a:ext cx="73237" cy="3422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87108" y="2980944"/>
              <a:ext cx="63681" cy="3611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44439" y="2956560"/>
              <a:ext cx="63681" cy="37947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401770" y="2932176"/>
              <a:ext cx="63681" cy="39776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459102" y="2907792"/>
              <a:ext cx="63681" cy="41605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516433" y="2883408"/>
              <a:ext cx="63681" cy="434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573765" y="2859024"/>
              <a:ext cx="63681" cy="45262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631096" y="2834640"/>
              <a:ext cx="63681" cy="47091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688428" y="2810256"/>
              <a:ext cx="63681" cy="4892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745759" y="2785872"/>
              <a:ext cx="63681" cy="50749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803090" y="2761488"/>
              <a:ext cx="63681" cy="52578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860422" y="2737104"/>
              <a:ext cx="63681" cy="54406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917753" y="2712720"/>
              <a:ext cx="63681" cy="562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975085" y="2688336"/>
              <a:ext cx="63681" cy="58064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032416" y="2663952"/>
              <a:ext cx="63681" cy="59893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089748" y="2639568"/>
              <a:ext cx="63681" cy="61722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8147079" y="2615184"/>
              <a:ext cx="63681" cy="6355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8204410" y="2590800"/>
              <a:ext cx="63681" cy="65379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8261742" y="2566416"/>
              <a:ext cx="63681" cy="67208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319073" y="2542032"/>
              <a:ext cx="63681" cy="69037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8376405" y="2517648"/>
              <a:ext cx="63681" cy="70866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8433736" y="2493264"/>
              <a:ext cx="63681" cy="72694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Text 50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56" name="Shape 54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0" name="Shape 58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7716549" y="2625090"/>
              <a:ext cx="4955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5090"/>
              <a:ext cx="52002" cy="49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40004"/>
              <a:ext cx="380062" cy="380062"/>
            </a:xfrm>
            <a:prstGeom prst="hexagon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621810"/>
              <a:ext cx="380062" cy="380062"/>
            </a:xfrm>
            <a:prstGeom prst="hexagon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621810"/>
              <a:ext cx="380062" cy="380062"/>
            </a:xfrm>
            <a:prstGeom prst="hexagon">
              <a:avLst/>
            </a:prstGeom>
            <a:solidFill>
              <a:srgbClr val="E5EAF7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621810"/>
              <a:ext cx="380062" cy="380062"/>
            </a:xfrm>
            <a:prstGeom prst="hexagon">
              <a:avLst/>
            </a:prstGeom>
            <a:solidFill>
              <a:srgbClr val="96AEE3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3003616"/>
              <a:ext cx="380062" cy="380062"/>
            </a:xfrm>
            <a:prstGeom prst="hexagon">
              <a:avLst/>
            </a:prstGeom>
            <a:solidFill>
              <a:srgbClr val="CFD9F1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3003616"/>
              <a:ext cx="380062" cy="380062"/>
            </a:xfrm>
            <a:prstGeom prst="hexagon">
              <a:avLst/>
            </a:prstGeom>
            <a:solidFill>
              <a:srgbClr val="DDE4F5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3003616"/>
              <a:ext cx="380062" cy="380062"/>
            </a:xfrm>
            <a:prstGeom prst="hexagon">
              <a:avLst/>
            </a:prstGeom>
            <a:solidFill>
              <a:srgbClr val="CAD5EF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85422"/>
              <a:ext cx="380062" cy="380062"/>
            </a:xfrm>
            <a:prstGeom prst="hexagon">
              <a:avLst/>
            </a:prstGeom>
            <a:solidFill>
              <a:srgbClr val="2A78D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85422"/>
              <a:ext cx="380062" cy="380062"/>
            </a:xfrm>
            <a:prstGeom prst="hexagon">
              <a:avLst/>
            </a:prstGeom>
            <a:solidFill>
              <a:srgbClr val="E9EEF9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67228"/>
              <a:ext cx="380062" cy="380062"/>
            </a:xfrm>
            <a:prstGeom prst="hexagon">
              <a:avLst/>
            </a:prstGeom>
            <a:solidFill>
              <a:srgbClr val="EEF1FA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67228"/>
              <a:ext cx="380062" cy="380062"/>
            </a:xfrm>
            <a:prstGeom prst="hexagon">
              <a:avLst/>
            </a:prstGeom>
            <a:solidFill>
              <a:srgbClr val="E8EDF8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67228"/>
              <a:ext cx="380062" cy="380062"/>
            </a:xfrm>
            <a:prstGeom prst="hexagon">
              <a:avLst/>
            </a:prstGeom>
            <a:solidFill>
              <a:srgbClr val="F1F4FB"/>
            </a:solidFill>
            <a:ln/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49034"/>
              <a:ext cx="380062" cy="380062"/>
            </a:xfrm>
            <a:prstGeom prst="hexagon">
              <a:avLst/>
            </a:prstGeom>
            <a:solidFill>
              <a:srgbClr val="87A4E0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49034"/>
              <a:ext cx="380062" cy="380062"/>
            </a:xfrm>
            <a:prstGeom prst="hexagon">
              <a:avLst/>
            </a:prstGeom>
            <a:solidFill>
              <a:srgbClr val="ECF0F9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3084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30840"/>
              <a:ext cx="380062" cy="380062"/>
            </a:xfrm>
            <a:prstGeom prst="hexagon">
              <a:avLst/>
            </a:prstGeom>
            <a:solidFill>
              <a:srgbClr val="AEC0E8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947704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30386" y="4245559"/>
              <a:ext cx="1570704" cy="337109"/>
            </a:xfrm>
            <a:custGeom>
              <a:avLst/>
              <a:gdLst/>
              <a:ahLst/>
              <a:cxnLst/>
              <a:rect l="l" t="t" r="r" b="b"/>
              <a:pathLst>
                <a:path w="1570704" h="337109">
                  <a:moveTo>
                    <a:pt x="961547" y="337109"/>
                  </a:moveTo>
                  <a:lnTo>
                    <a:pt x="1339221" y="269687"/>
                  </a:lnTo>
                  <a:lnTo>
                    <a:pt x="1453888" y="244404"/>
                  </a:lnTo>
                  <a:lnTo>
                    <a:pt x="1506464" y="227548"/>
                  </a:lnTo>
                  <a:lnTo>
                    <a:pt x="1540961" y="210693"/>
                  </a:lnTo>
                  <a:lnTo>
                    <a:pt x="1560825" y="193838"/>
                  </a:lnTo>
                  <a:lnTo>
                    <a:pt x="1570704" y="168554"/>
                  </a:lnTo>
                  <a:lnTo>
                    <a:pt x="1560825" y="143271"/>
                  </a:lnTo>
                  <a:lnTo>
                    <a:pt x="1540961" y="126416"/>
                  </a:lnTo>
                  <a:lnTo>
                    <a:pt x="1506464" y="109560"/>
                  </a:lnTo>
                  <a:lnTo>
                    <a:pt x="1453888" y="92705"/>
                  </a:lnTo>
                  <a:lnTo>
                    <a:pt x="1339221" y="67422"/>
                  </a:lnTo>
                  <a:lnTo>
                    <a:pt x="961547" y="0"/>
                  </a:lnTo>
                  <a:lnTo>
                    <a:pt x="608108" y="0"/>
                  </a:lnTo>
                  <a:lnTo>
                    <a:pt x="149384" y="84277"/>
                  </a:lnTo>
                  <a:lnTo>
                    <a:pt x="63192" y="109560"/>
                  </a:lnTo>
                  <a:lnTo>
                    <a:pt x="17176" y="134844"/>
                  </a:lnTo>
                  <a:lnTo>
                    <a:pt x="0" y="160127"/>
                  </a:lnTo>
                  <a:lnTo>
                    <a:pt x="0" y="176982"/>
                  </a:lnTo>
                  <a:lnTo>
                    <a:pt x="8830" y="193838"/>
                  </a:lnTo>
                  <a:lnTo>
                    <a:pt x="43873" y="219121"/>
                  </a:lnTo>
                  <a:lnTo>
                    <a:pt x="87064" y="235976"/>
                  </a:lnTo>
                  <a:lnTo>
                    <a:pt x="230435" y="269687"/>
                  </a:lnTo>
                  <a:lnTo>
                    <a:pt x="608108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1222" y="3580158"/>
              <a:ext cx="1571002" cy="739794"/>
            </a:xfrm>
            <a:custGeom>
              <a:avLst/>
              <a:gdLst/>
              <a:ahLst/>
              <a:cxnLst/>
              <a:rect l="l" t="t" r="r" b="b"/>
              <a:pathLst>
                <a:path w="1571002" h="739794">
                  <a:moveTo>
                    <a:pt x="965163" y="739794"/>
                  </a:moveTo>
                  <a:lnTo>
                    <a:pt x="1361451" y="591836"/>
                  </a:lnTo>
                  <a:lnTo>
                    <a:pt x="1472123" y="536351"/>
                  </a:lnTo>
                  <a:lnTo>
                    <a:pt x="1519322" y="499361"/>
                  </a:lnTo>
                  <a:lnTo>
                    <a:pt x="1548248" y="462372"/>
                  </a:lnTo>
                  <a:lnTo>
                    <a:pt x="1563755" y="425382"/>
                  </a:lnTo>
                  <a:lnTo>
                    <a:pt x="1571002" y="369897"/>
                  </a:lnTo>
                  <a:lnTo>
                    <a:pt x="1563755" y="314413"/>
                  </a:lnTo>
                  <a:lnTo>
                    <a:pt x="1548248" y="277423"/>
                  </a:lnTo>
                  <a:lnTo>
                    <a:pt x="1519322" y="240433"/>
                  </a:lnTo>
                  <a:lnTo>
                    <a:pt x="1472123" y="203443"/>
                  </a:lnTo>
                  <a:lnTo>
                    <a:pt x="1361451" y="147959"/>
                  </a:lnTo>
                  <a:lnTo>
                    <a:pt x="965163" y="0"/>
                  </a:lnTo>
                  <a:lnTo>
                    <a:pt x="605088" y="0"/>
                  </a:lnTo>
                  <a:lnTo>
                    <a:pt x="166660" y="166454"/>
                  </a:lnTo>
                  <a:lnTo>
                    <a:pt x="71982" y="221938"/>
                  </a:lnTo>
                  <a:lnTo>
                    <a:pt x="34473" y="258928"/>
                  </a:lnTo>
                  <a:lnTo>
                    <a:pt x="12880" y="295918"/>
                  </a:lnTo>
                  <a:lnTo>
                    <a:pt x="0" y="351402"/>
                  </a:lnTo>
                  <a:lnTo>
                    <a:pt x="0" y="388392"/>
                  </a:lnTo>
                  <a:lnTo>
                    <a:pt x="6496" y="425382"/>
                  </a:lnTo>
                  <a:lnTo>
                    <a:pt x="34473" y="480866"/>
                  </a:lnTo>
                  <a:lnTo>
                    <a:pt x="71982" y="517856"/>
                  </a:lnTo>
                  <a:lnTo>
                    <a:pt x="129674" y="554846"/>
                  </a:lnTo>
                  <a:lnTo>
                    <a:pt x="208800" y="591836"/>
                  </a:lnTo>
                  <a:lnTo>
                    <a:pt x="60508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798" y="1905000"/>
              <a:ext cx="1570051" cy="1550674"/>
            </a:xfrm>
            <a:custGeom>
              <a:avLst/>
              <a:gdLst/>
              <a:ahLst/>
              <a:cxnLst/>
              <a:rect l="l" t="t" r="r" b="b"/>
              <a:pathLst>
                <a:path w="1570051" h="1550674">
                  <a:moveTo>
                    <a:pt x="965733" y="1550674"/>
                  </a:moveTo>
                  <a:lnTo>
                    <a:pt x="1084510" y="1434373"/>
                  </a:lnTo>
                  <a:lnTo>
                    <a:pt x="1308538" y="1240539"/>
                  </a:lnTo>
                  <a:lnTo>
                    <a:pt x="1420845" y="1124239"/>
                  </a:lnTo>
                  <a:lnTo>
                    <a:pt x="1450891" y="1085472"/>
                  </a:lnTo>
                  <a:lnTo>
                    <a:pt x="1498993" y="1007938"/>
                  </a:lnTo>
                  <a:lnTo>
                    <a:pt x="1532209" y="930404"/>
                  </a:lnTo>
                  <a:lnTo>
                    <a:pt x="1553202" y="852871"/>
                  </a:lnTo>
                  <a:lnTo>
                    <a:pt x="1568555" y="736570"/>
                  </a:lnTo>
                  <a:lnTo>
                    <a:pt x="1570051" y="581503"/>
                  </a:lnTo>
                  <a:lnTo>
                    <a:pt x="1557910" y="465202"/>
                  </a:lnTo>
                  <a:lnTo>
                    <a:pt x="1527334" y="348902"/>
                  </a:lnTo>
                  <a:lnTo>
                    <a:pt x="1491658" y="271368"/>
                  </a:lnTo>
                  <a:lnTo>
                    <a:pt x="1440765" y="193834"/>
                  </a:lnTo>
                  <a:lnTo>
                    <a:pt x="1374031" y="116301"/>
                  </a:lnTo>
                  <a:lnTo>
                    <a:pt x="1249606" y="0"/>
                  </a:lnTo>
                  <a:lnTo>
                    <a:pt x="321759" y="0"/>
                  </a:lnTo>
                  <a:lnTo>
                    <a:pt x="236103" y="77534"/>
                  </a:lnTo>
                  <a:lnTo>
                    <a:pt x="162049" y="155067"/>
                  </a:lnTo>
                  <a:lnTo>
                    <a:pt x="103157" y="232601"/>
                  </a:lnTo>
                  <a:lnTo>
                    <a:pt x="60091" y="310135"/>
                  </a:lnTo>
                  <a:lnTo>
                    <a:pt x="31172" y="387669"/>
                  </a:lnTo>
                  <a:lnTo>
                    <a:pt x="13455" y="465202"/>
                  </a:lnTo>
                  <a:lnTo>
                    <a:pt x="0" y="620270"/>
                  </a:lnTo>
                  <a:lnTo>
                    <a:pt x="2811" y="736570"/>
                  </a:lnTo>
                  <a:lnTo>
                    <a:pt x="11256" y="814104"/>
                  </a:lnTo>
                  <a:lnTo>
                    <a:pt x="27331" y="891638"/>
                  </a:lnTo>
                  <a:lnTo>
                    <a:pt x="54045" y="969171"/>
                  </a:lnTo>
                  <a:lnTo>
                    <a:pt x="94446" y="1046705"/>
                  </a:lnTo>
                  <a:lnTo>
                    <a:pt x="120474" y="1085472"/>
                  </a:lnTo>
                  <a:lnTo>
                    <a:pt x="184485" y="1163006"/>
                  </a:lnTo>
                  <a:lnTo>
                    <a:pt x="262827" y="1240539"/>
                  </a:lnTo>
                  <a:lnTo>
                    <a:pt x="529376" y="1473140"/>
                  </a:lnTo>
                  <a:lnTo>
                    <a:pt x="605632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56463"/>
              <a:ext cx="145082" cy="8759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443543" y="4331789"/>
              <a:ext cx="145082" cy="9006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582276" y="4307114"/>
              <a:ext cx="145082" cy="9252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721008" y="4282440"/>
              <a:ext cx="145082" cy="9499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859740" y="4257766"/>
              <a:ext cx="145082" cy="974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998473" y="4233091"/>
              <a:ext cx="145082" cy="9993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137205" y="4208417"/>
              <a:ext cx="145082" cy="10239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75938" y="4183743"/>
              <a:ext cx="145082" cy="10486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14670" y="4159069"/>
              <a:ext cx="145082" cy="107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553402" y="4134394"/>
              <a:ext cx="145082" cy="1098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692135" y="4109720"/>
              <a:ext cx="145082" cy="1122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830867" y="4085046"/>
              <a:ext cx="145082" cy="11473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969600" y="4060371"/>
              <a:ext cx="145082" cy="11720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08332" y="4035697"/>
              <a:ext cx="145082" cy="1196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247064" y="4012565"/>
              <a:ext cx="249132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489846" y="3990975"/>
              <a:ext cx="249132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732628" y="3969385"/>
              <a:ext cx="249132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975409" y="3947795"/>
              <a:ext cx="249132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6218191" y="3925006"/>
              <a:ext cx="114253" cy="13073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6326094" y="3901017"/>
              <a:ext cx="114253" cy="13313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6433997" y="3877028"/>
              <a:ext cx="114253" cy="13553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6541900" y="3853039"/>
              <a:ext cx="114253" cy="13793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6649803" y="3829050"/>
              <a:ext cx="114253" cy="14033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757706" y="3805061"/>
              <a:ext cx="114253" cy="14273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6865609" y="3781072"/>
              <a:ext cx="114253" cy="14513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6973512" y="3757083"/>
              <a:ext cx="114253" cy="1475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081415" y="3733094"/>
              <a:ext cx="114253" cy="14993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189318" y="3709106"/>
              <a:ext cx="114253" cy="15232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97221" y="3685117"/>
              <a:ext cx="114253" cy="15472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405124" y="3661128"/>
              <a:ext cx="114253" cy="15712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513026" y="3637139"/>
              <a:ext cx="114253" cy="15952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20929" y="3613150"/>
              <a:ext cx="114253" cy="16192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28832" y="3589161"/>
              <a:ext cx="114253" cy="1643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836735" y="3565172"/>
              <a:ext cx="114253" cy="16672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944638" y="3541183"/>
              <a:ext cx="114253" cy="16912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052541" y="3517194"/>
              <a:ext cx="114253" cy="1715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304811" y="3711847"/>
              <a:ext cx="145082" cy="6446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443543" y="3693341"/>
              <a:ext cx="145082" cy="6384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582276" y="3674836"/>
              <a:ext cx="145082" cy="6322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721008" y="3656330"/>
              <a:ext cx="145082" cy="62611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859740" y="3637824"/>
              <a:ext cx="145082" cy="6199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998473" y="3619319"/>
              <a:ext cx="145082" cy="61377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137205" y="3600813"/>
              <a:ext cx="145082" cy="6076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275938" y="3579784"/>
              <a:ext cx="94634" cy="6084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364222" y="3556231"/>
              <a:ext cx="94634" cy="616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452506" y="3532678"/>
              <a:ext cx="94634" cy="6241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540790" y="3509125"/>
              <a:ext cx="94634" cy="6319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629075" y="3485573"/>
              <a:ext cx="94634" cy="6398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717359" y="3462020"/>
              <a:ext cx="94634" cy="647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805643" y="3438467"/>
              <a:ext cx="94634" cy="6555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893927" y="3414915"/>
              <a:ext cx="94634" cy="66340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982212" y="3391362"/>
              <a:ext cx="94634" cy="671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070496" y="3367809"/>
              <a:ext cx="94634" cy="6791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158780" y="3344256"/>
              <a:ext cx="94634" cy="686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247064" y="3327082"/>
              <a:ext cx="249132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489846" y="3316287"/>
              <a:ext cx="249132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732628" y="3305492"/>
              <a:ext cx="249132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975409" y="3294698"/>
              <a:ext cx="249132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8191" y="3276706"/>
              <a:ext cx="87277" cy="6512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99118" y="3251518"/>
              <a:ext cx="87277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80045" y="3226329"/>
              <a:ext cx="87277" cy="6656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460973" y="3201141"/>
              <a:ext cx="87277" cy="672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541900" y="3175952"/>
              <a:ext cx="87277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622827" y="3150764"/>
              <a:ext cx="87277" cy="687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703754" y="3125576"/>
              <a:ext cx="87277" cy="694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784681" y="3100388"/>
              <a:ext cx="87277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865609" y="3075199"/>
              <a:ext cx="87277" cy="7088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946536" y="3050011"/>
              <a:ext cx="87277" cy="7160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27463" y="3024822"/>
              <a:ext cx="87277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08390" y="2999634"/>
              <a:ext cx="87277" cy="730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89318" y="2975264"/>
              <a:ext cx="94634" cy="736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77602" y="2951711"/>
              <a:ext cx="94634" cy="7399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365886" y="2928158"/>
              <a:ext cx="94634" cy="743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454170" y="2904605"/>
              <a:ext cx="94634" cy="7477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542455" y="2881053"/>
              <a:ext cx="94634" cy="7517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630739" y="2857500"/>
              <a:ext cx="94634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719023" y="2833947"/>
              <a:ext cx="94634" cy="7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807307" y="2810395"/>
              <a:ext cx="94634" cy="7635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895592" y="2786842"/>
              <a:ext cx="94634" cy="767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983876" y="2763289"/>
              <a:ext cx="94634" cy="7713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8072160" y="2739736"/>
              <a:ext cx="94634" cy="7752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3304811" y="3276963"/>
              <a:ext cx="145082" cy="4348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3443543" y="3252289"/>
              <a:ext cx="145082" cy="4410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3582276" y="3227614"/>
              <a:ext cx="145082" cy="4472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721008" y="3202940"/>
              <a:ext cx="145082" cy="4533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859740" y="3178266"/>
              <a:ext cx="145082" cy="45955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98473" y="3153591"/>
              <a:ext cx="145082" cy="4657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37205" y="3128917"/>
              <a:ext cx="145082" cy="471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75938" y="3103986"/>
              <a:ext cx="87277" cy="4767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356865" y="3078798"/>
              <a:ext cx="87277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437792" y="3053609"/>
              <a:ext cx="87277" cy="48397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518719" y="3028421"/>
              <a:ext cx="87277" cy="4875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599646" y="3003233"/>
              <a:ext cx="87277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680574" y="2978044"/>
              <a:ext cx="87277" cy="494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761501" y="2952856"/>
              <a:ext cx="87277" cy="4983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842428" y="2927668"/>
              <a:ext cx="87277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923355" y="2902479"/>
              <a:ext cx="87277" cy="50556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004283" y="2877291"/>
              <a:ext cx="87277" cy="5091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85210" y="2852102"/>
              <a:ext cx="87277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66137" y="2826914"/>
              <a:ext cx="87277" cy="516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247064" y="2803525"/>
              <a:ext cx="168204" cy="52535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408919" y="2781935"/>
              <a:ext cx="168204" cy="5397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570773" y="2760345"/>
              <a:ext cx="168204" cy="5541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732628" y="2738755"/>
              <a:ext cx="168204" cy="568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894482" y="2717165"/>
              <a:ext cx="168204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056336" y="2695575"/>
              <a:ext cx="168204" cy="5973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218191" y="2673985"/>
              <a:ext cx="87277" cy="6027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299118" y="2652395"/>
              <a:ext cx="87277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380045" y="2630805"/>
              <a:ext cx="87277" cy="5955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60973" y="2609215"/>
              <a:ext cx="87277" cy="5919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541900" y="2587625"/>
              <a:ext cx="87277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622827" y="2566035"/>
              <a:ext cx="87277" cy="5847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703754" y="2544445"/>
              <a:ext cx="87277" cy="5811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784681" y="2522855"/>
              <a:ext cx="87277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865609" y="2501265"/>
              <a:ext cx="87277" cy="5739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946536" y="2479675"/>
              <a:ext cx="87277" cy="5703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7027463" y="2458085"/>
              <a:ext cx="87277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7108390" y="2436495"/>
              <a:ext cx="87277" cy="5631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7189318" y="2413363"/>
              <a:ext cx="75716" cy="564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7258684" y="2388689"/>
              <a:ext cx="75716" cy="5705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7328050" y="2364014"/>
              <a:ext cx="75716" cy="5767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7397416" y="2339340"/>
              <a:ext cx="75716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7466782" y="2314666"/>
              <a:ext cx="75716" cy="5890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7536149" y="2289991"/>
              <a:ext cx="75716" cy="5952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7605515" y="2265317"/>
              <a:ext cx="75716" cy="6014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7674881" y="2240643"/>
              <a:ext cx="75716" cy="60760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7744247" y="2215969"/>
              <a:ext cx="75716" cy="6137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7813613" y="2191294"/>
              <a:ext cx="75716" cy="6199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7882980" y="2166620"/>
              <a:ext cx="75716" cy="62611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7952346" y="2141946"/>
              <a:ext cx="75716" cy="6322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8021712" y="2117271"/>
              <a:ext cx="75716" cy="6384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8091078" y="2092597"/>
              <a:ext cx="75716" cy="6446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42" name="Text 140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143" name="Text 141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144" name="Text 142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6" name="Text 144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47" name="Text 145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48" name="Text 146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9" name="Shape 147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0" name="Text 148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51" name="Shape 149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3" name="Text 151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54" name="Shape 152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6" name="Text 154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57" name="Shape 155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9" name="Text 157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60" name="Shape 158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2" name="Text 160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163" name="Shape 161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5" name="Text 163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6" name="Text 164"/>
            <p:cNvSpPr/>
            <p:nvPr/>
          </p:nvSpPr>
          <p:spPr>
            <a:xfrm>
              <a:off x="8696808" y="184054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Gantt chart. 3 data series: Start, End, After. 8 categories: Ana, &gt; Spec, &gt; Review, Ben and 4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34925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25675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285365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28536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28536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00325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08250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06675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06675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2974975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882900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2981325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2981325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270250"/>
              <a:ext cx="7112000" cy="34925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349625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409315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40931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536788" y="340931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724275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632200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730625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730625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098925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006850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105275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105275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2539848" y="4394200"/>
              <a:ext cx="7112000" cy="34925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2539848" y="4473575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8536788" y="4533265"/>
              <a:ext cx="44522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536788" y="453326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8982013" y="4533265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54" name="Text 52"/>
            <p:cNvSpPr/>
            <p:nvPr/>
          </p:nvSpPr>
          <p:spPr>
            <a:xfrm>
              <a:off x="2666848" y="4848225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3342488" y="4756150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536788" y="4854575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459068" y="3070225"/>
              <a:ext cx="0" cy="749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433668" y="3070225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rot="5400000">
              <a:off x="6357468" y="3025775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20208" y="2695575"/>
              <a:ext cx="0" cy="112395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5394808" y="3819525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rot="5400000">
              <a:off x="5318608" y="3775075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7497928" y="3070225"/>
              <a:ext cx="0" cy="112395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72528" y="4194175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rot="5400000">
              <a:off x="7396328" y="4149725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8536788" y="4194175"/>
              <a:ext cx="0" cy="749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511388" y="4943475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 rot="5400000">
              <a:off x="8435188" y="4899025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2026-10-25T02:50:40Z</dcterms:created>
  <dcterms:modified xsi:type="dcterms:W3CDTF">2026-10-25T02:50:40Z</dcterms:modified>
</cp:coreProperties>
</file>